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SAFETY, DIGITISED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3840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SafetyVerse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by UPL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3840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Fire equipment inspection &amp; compliance,
from clipboards to QR codes.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Executive briefing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28600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37021"/>
                </a:solidFill>
                <a:latin typeface="Calibri"/>
              </a:rPr>
              <a:t>BOARD &amp; LEADERSHIP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651760"/>
            <a:ext cx="6675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From paper compliance to a real-time,
audit-ready fire safety operating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114800"/>
            <a:ext cx="6675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This deck covers what SafetyVerse does, why it matters, what it costs, and what we need from leadership to roll it out across every UPL unit.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6309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Prepared by the UPL Fire Safety / IT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What we will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25-minute briefing · Q&amp;A at the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Where paper-based fire safety compliance breaks down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02920" cy="5029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9339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The SafetyVerse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33172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 single portal for every unit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5351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Key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Seven capabilities that change how we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502920" cy="5029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971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95351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Technology &amp;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2918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What powers it and how it stays safe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91363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Business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25196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Where we save time, money, and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31920"/>
            <a:ext cx="502920" cy="5029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91363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Enterprise rollout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25196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Phased path from pilot to full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87375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Support required from leadership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1208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What we need from you to succeed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92040"/>
            <a:ext cx="502920" cy="5029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892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873752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Next steps &amp; Q&amp;A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21208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Decisions we need in the next 30 days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Paper-based safety compliance is quietly failing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"Where is that log?"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Physical registers get lost, damaged, or filed away with no way to search.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"Are we compliant this month?"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957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No one knows across all units without a manual round-trip email exercise.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"Who last inspected that extinguisher?"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101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The answer requires calling the unit, finding the register, reading a name.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"Did the fix actually happen?"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3101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Failed inspections raise verbal follow-ups that fall through the cracks.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4048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"What if an auditor asks?"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245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Scrambling to reconstruct 12 months of paperwork under pressure.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840480"/>
            <a:ext cx="54864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931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"What if there is an incident?"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2245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No time-stamped, photo-backed proof of due diligence.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SafetyVerse — a single portal, every unit, every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A role-based web app that replaces every clipboard with a QR code and every register with a live, audit-ready database.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274320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3152" cy="3200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7021"/>
                </a:solidFill>
                <a:latin typeface="Calibr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26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Scan-to-inspect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37560"/>
            <a:ext cx="173736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Every equipment gets a QR label. An inspector points their phone at it and lands directly on the checklist for that equipment. No login friction, no guessing which form to fill.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743200"/>
            <a:ext cx="274320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743200"/>
            <a:ext cx="73152" cy="3200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7021"/>
                </a:solidFill>
                <a:latin typeface="Calibri"/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926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Audit-ready 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337560"/>
            <a:ext cx="173736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Every submitted inspection is a permanent, immutable record with a unique number, timestamp, photos, and inspector signature. One-click PDF export.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743200"/>
            <a:ext cx="274320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743200"/>
            <a:ext cx="73152" cy="3200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7021"/>
                </a:solidFill>
                <a:latin typeface="Calibri"/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926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Auto corrective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337560"/>
            <a:ext cx="173736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 "fail" on a safety-critical question instantly raises a corrective action with assignee, priority and target date — no verbal handoffs.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743200"/>
            <a:ext cx="274320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743200"/>
            <a:ext cx="73152" cy="3200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37021"/>
                </a:solidFill>
                <a:latin typeface="Calibr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926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Live compliance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337560"/>
            <a:ext cx="173736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Real-time dashboards + seven purpose-built reports across every unit, so leadership always knows where we stand.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Four steps from equipment on the wall to compliance in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F37021"/>
                </a:solidFill>
                <a:latin typeface="Calibr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B5B0E"/>
                </a:solidFill>
                <a:latin typeface="Calibri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Configures units, equipment, and checklist templates. Prints QR labels and sticks them on the physical equipment.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657600"/>
            <a:ext cx="137160" cy="457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2860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4688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F37021"/>
                </a:solidFill>
                <a:latin typeface="Calibr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B5B0E"/>
                </a:solidFill>
                <a:latin typeface="Calibri"/>
              </a:rPr>
              <a:t>INSPECTOR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9776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Scans a QR label with their phone camera. Lands on the checklist for that specific equipment.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3657600"/>
            <a:ext cx="137160" cy="457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4688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F37021"/>
                </a:solidFill>
                <a:latin typeface="Calibr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B5B0E"/>
                </a:solidFill>
                <a:latin typeface="Calibri"/>
              </a:rPr>
              <a:t>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776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Records answers, photos, timestamp and inspector name. Assigns a unique inspection number (INS-2026-000042).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657600"/>
            <a:ext cx="137160" cy="457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22860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4688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F37021"/>
                </a:solidFill>
                <a:latin typeface="Calibr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B5B0E"/>
                </a:solidFill>
                <a:latin typeface="Calibri"/>
              </a:rPr>
              <a:t>LEADERSHIP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9776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Sees live compliance stats on the dashboard. Exports reports for management review or auditors.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Seven capabilities — the following slides go deep on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2743200" cy="1828800"/>
          </a:xfrm>
          <a:prstGeom prst="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4231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QR-based scan-to-inspect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2103120"/>
            <a:ext cx="2743200" cy="1828800"/>
          </a:xfrm>
          <a:prstGeom prst="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4231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24612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Configurable checklist templates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103120"/>
            <a:ext cx="2743200" cy="1828800"/>
          </a:xfrm>
          <a:prstGeom prst="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4231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4612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Immutable audit trail + PDF export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103120"/>
            <a:ext cx="2743200" cy="1828800"/>
          </a:xfrm>
          <a:prstGeom prst="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4231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24612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Auto corrective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2743200" cy="1828800"/>
          </a:xfrm>
          <a:prstGeom prst="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3484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Real-time dashboards + 7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4114800"/>
            <a:ext cx="2743200" cy="1828800"/>
          </a:xfrm>
          <a:prstGeom prst="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443484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2578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Role-based access (5 roles, 18 permissions)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114800"/>
            <a:ext cx="2743200" cy="1828800"/>
          </a:xfrm>
          <a:prstGeom prst="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443484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2578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Mobile-first + dark mode + printable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QR-based scan-to-inspect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Zero-friction inspection start — camera to checklist in three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Inspectors skip the "find the right form" step entirely.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Any phone camera works — no app to install.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A physical QR sticker turns any piece of equipment into a live record.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Fallback: in-app scanner + manual search for damaged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5486400" cy="1554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Admin prints QR labels from the app (one-at-a-time or bulk).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Sticker goes on the equipment.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Phone camera reads → opens SafetyVerse → equipment detail → Start inspection.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303520" cy="4480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Setup time per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Under 30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Inspector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Standard company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Works offline?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80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Read yes, submit needs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Label 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57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Standard laminated sticker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Configurable checklist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Central Fire Safety writes the questions once; every unit uses them consistently.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Checklists are configured by Central Admin — not hard-coded.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Different equipment types (extinguisher, hydrant, hose reel) get their own templates.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Templates are versioned: editing creates a new version, old records keep the original.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Optional per-unit scoping — one template for the whole company, or one per site.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5486400" cy="1554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8 question types: pass/fail, yes/no, numeric with min/max, dropdown, text, date, photo, remarks.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Any question can be flagged mandatory or safety-critical.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Templates carry a printed header, footer, and signature line for the PDF export.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303520" cy="4480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Question types 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8 (incl. photo evidence)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Template versions per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Unlimited, history preserved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80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All units OR selected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57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Per-type default, per-template override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Immutable audit trail + PDF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Every submitted inspection is a permanent, tamper-evident, printable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Regulatory audits become a search, not an archaeology project.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Each inspection gets a unique number (INS-2026-000042) — auditor asks, you retrieve.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Photos, timestamps, inspector name and typed confirmation captured on submit.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Historical records never mutate, even after template edits — they snapshot the questions asked.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5486400" cy="1554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Any completed inspection → one click "Print / Save as PDF".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PDF includes template header, equipment details, all answers, signature block, footer.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CSV / Excel export of any report for spreadsheet-based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303520" cy="4480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Indefinite (until archived)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PDF (print) + CSV +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Editable after submit?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80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No — immutable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Photos per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57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Unlimited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FEATURE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Automatic corrective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Failures never fall through the cracks — the system raises the ticket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A failed answer on a safety-critical question auto-creates a Corrective Action.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Every CA carries priority (Critical / High / Medium / Low), status, assignee, target date.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Manual CAs too — an inspector can flag anything else they see on the ground.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Central Admin closes the loop; only they can move a CA to CLOSED.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5486400" cy="1554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Full lifecycle: OPEN → IN_PROGRESS → RESOLVED → CLOSED.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Each stage can carry evidence photos (before / after).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Full history and average days-to-close in the Corrective Actions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303520" cy="4480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Auto-raised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Any fail flagged "raise CA"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Priority levels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Critical / High / Med / 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Closure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80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Central Admin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Evidence per 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57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Raise · Resolve · Close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FEATURE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Real-time dashboards + 7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Compliance visibility for every level — from board room to plant floor.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No more monthly Excel round-trips to "get the numbers".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Dashboard: at-a-glance compliance for the current month, per role scope.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Every report supports on-screen review + CSV, Excel, print (Save-as-PDF).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Filters: date range, unit, equipment type — same shape across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5486400" cy="1554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Report 1: Compliance — per-equipment status, per period.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Report 2: Unit compliance — completion + pass rates per unit.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Report 3–4: Equipment history, Equipment inspection log — for a single item.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Report 5: Inspections by equipment type — every question × every inspection.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Report 6: Failed equipment — currently non-compliant items with open CAs.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Report 7: Corrective actions — status, priority, days-open, time-to-close.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303520" cy="4480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Total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7 (all with CSV+XLSX+print)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Update 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80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Date · Unit · Equipment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Board-ready?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57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Yes — Unit Compliance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FEATURE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Role-based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5 roles, 18 permissions — everyone sees exactly what they should.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Unit Admins see only their unit — no cross-unit leakage.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Inspectors can perform but not manage — no accidental config changes.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Viewers (stakeholders, external auditors) get read-only across everything.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All permissions checked on the backend — not just hidden in the 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5486400" cy="1554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Super Admin — full company-wide control.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Central Admin — cross-unit for equipment, templates, inspections, reports.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Unit Admin — same but scoped to one unit; manages inspectors in-unit.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Inspector — can perform inspections and raise CAs in their unit.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Viewer — dashboards and reports only, no writes.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303520" cy="4480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Distinct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Fine-grained 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80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Backend (source of truth)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Session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57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HTTP-only signed cookies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FEATURE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Mobile-first · dark mode · printable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Built for the field, respected by finance — one codebase, three surfaces.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Inspectors do 80% of their work on a phone browser — no app install.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Dark mode toggle for low-light warehouses and after-hours checks.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PDF exports produce clean, form-style output for finance and audit teams.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Every page responsive from 320px (phone) to 1920px+ (control room screens).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5486400" cy="1554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React SPA + Tailwind + Vite — modern, fast, works offline once loaded.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Print stylesheet hides UI chrome and formats content for A4.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UPL brand palette (orange + white) applied across every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303520" cy="4480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Devices 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Any modern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App install needed?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Dark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480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Yes, per-user preference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Print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57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A4 form-style 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Modern, boring stack — chosen for stability, not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3657600" cy="5029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React 18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Vite (build)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Tailwind CSS (styling)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React Router (SPA routing)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Axios (HTTP)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html5-qrcode (scanner)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9456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94560"/>
            <a:ext cx="3657600" cy="502920"/>
          </a:xfrm>
          <a:prstGeom prst="rect">
            <a:avLst/>
          </a:prstGeom>
          <a:solidFill>
            <a:srgbClr val="DB5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1945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Node.js + Express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747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TypeScript strict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Prisma 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3891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Zod (input validation)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46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Bcrypt (password hashing)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303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Multer (file uploads)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19456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2194560"/>
            <a:ext cx="36576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1945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 &amp; hosting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PostgreSQL (managed — Neon)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4747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Render.com (web hosting)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GitHub (source of truth)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891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HTTPS / signed cookies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8463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Auto-deploy on git push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303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• Free tier for pilot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One diagram — the whole system in one screen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3200400" cy="1371600"/>
          </a:xfrm>
          <a:prstGeom prst="rect">
            <a:avLst/>
          </a:prstGeom>
          <a:solidFill>
            <a:srgbClr val="FFF5EE"/>
          </a:solidFill>
          <a:ln w="9525">
            <a:solidFill>
              <a:srgbClr val="DB5B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DB5B0E"/>
                </a:solidFill>
                <a:latin typeface="Calibri"/>
              </a:rPr>
              <a:t>BROWSER / 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React 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Vite · Tailwind · 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94560"/>
            <a:ext cx="320040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Calibri"/>
              </a:rPr>
              <a:t>RENDER.COM (single Node process)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Express API + Static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Node · Prisma · Zod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2194560"/>
            <a:ext cx="3200400" cy="1371600"/>
          </a:xfrm>
          <a:prstGeom prst="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377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EA5E9"/>
                </a:solidFill>
                <a:latin typeface="Calibri"/>
              </a:rPr>
              <a:t>NEON (managed)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14 tables · always-on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86200" y="2743200"/>
            <a:ext cx="548640" cy="274320"/>
          </a:xfrm>
          <a:prstGeom prst="rightArrow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4231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HTTPS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18120" y="2743200"/>
            <a:ext cx="548640" cy="274320"/>
          </a:xfrm>
          <a:prstGeom prst="rightArrow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24231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Prisma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DESIGN PRINCIPLES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262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Same-origin serving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One URL, no CORS complexity. Browser fetches static assets and API from the same host.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5262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Portable 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8463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Prisma abstracts the database — SQLite for dev, Postgres for prod. Same query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Stateless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064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Ready for horizontal scaling — add more instances behind a load balancer any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486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Committed as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8064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Every deployment recipe (render.yaml, schema, seed) lives in git — no manual clicks.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Enterprise-grade practices, even on the pilot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AUTHENTICATION &amp;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5486400" cy="3931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HTTPS everywhere</a:t>
            </a:r>
            <a:r>
              <a:rPr sz="1000">
                <a:solidFill>
                  <a:srgbClr val="64748B"/>
                </a:solidFill>
                <a:latin typeface="Calibri"/>
              </a:rPr>
              <a:t>  — Enforced by hosting layer, HSTS + secure cookies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Passwords stored as bcrypt hashes</a:t>
            </a:r>
            <a:r>
              <a:rPr sz="1000">
                <a:solidFill>
                  <a:srgbClr val="64748B"/>
                </a:solidFill>
                <a:latin typeface="Calibri"/>
              </a:rPr>
              <a:t>  — Not encrypted — hashed, unrecoverable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HTTP-only signed session cookies</a:t>
            </a:r>
            <a:r>
              <a:rPr sz="1000">
                <a:solidFill>
                  <a:srgbClr val="64748B"/>
                </a:solidFill>
                <a:latin typeface="Calibri"/>
              </a:rPr>
              <a:t>  — Immune to XSS token theft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Rate limiting on writes and auth</a:t>
            </a:r>
            <a:r>
              <a:rPr sz="1000">
                <a:solidFill>
                  <a:srgbClr val="64748B"/>
                </a:solidFill>
                <a:latin typeface="Calibri"/>
              </a:rPr>
              <a:t>  — Protects against brute-force + DoS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Security headers via Helmet</a:t>
            </a:r>
            <a:r>
              <a:rPr sz="1000">
                <a:solidFill>
                  <a:srgbClr val="64748B"/>
                </a:solidFill>
                <a:latin typeface="Calibri"/>
              </a:rPr>
              <a:t>  — CSP, X-Frame-Options, X-Content-Type-Options,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AUTHORISATION &amp;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23160"/>
            <a:ext cx="5486400" cy="3931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RBAC enforced server-side</a:t>
            </a:r>
            <a:r>
              <a:rPr sz="1000">
                <a:solidFill>
                  <a:srgbClr val="64748B"/>
                </a:solidFill>
                <a:latin typeface="Calibri"/>
              </a:rPr>
              <a:t>  — Never trust the frontend for access checks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Unit-scope isolation</a:t>
            </a:r>
            <a:r>
              <a:rPr sz="1000">
                <a:solidFill>
                  <a:srgbClr val="64748B"/>
                </a:solidFill>
                <a:latin typeface="Calibri"/>
              </a:rPr>
              <a:t>  — Unit users cannot query other units — even via the API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Immutable audit log</a:t>
            </a:r>
            <a:r>
              <a:rPr sz="1000">
                <a:solidFill>
                  <a:srgbClr val="64748B"/>
                </a:solidFill>
                <a:latin typeface="Calibri"/>
              </a:rPr>
              <a:t>  — Every meaningful action recorded with actor + timestamp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Zod input validation</a:t>
            </a:r>
            <a:r>
              <a:rPr sz="1000">
                <a:solidFill>
                  <a:srgbClr val="64748B"/>
                </a:solidFill>
                <a:latin typeface="Calibri"/>
              </a:rPr>
              <a:t>  — Every API endpoint has a schema — no untyped bodies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37021"/>
                </a:solidFill>
              </a:rPr>
              <a:t>• </a:t>
            </a:r>
            <a:r>
              <a:rPr sz="1200" b="0">
                <a:solidFill>
                  <a:srgbClr val="334155"/>
                </a:solidFill>
                <a:latin typeface="Calibri"/>
              </a:rPr>
              <a:t>Managed database</a:t>
            </a:r>
            <a:r>
              <a:rPr sz="1000">
                <a:solidFill>
                  <a:srgbClr val="64748B"/>
                </a:solidFill>
                <a:latin typeface="Calibri"/>
              </a:rPr>
              <a:t>  — Neon handles backups, patches, and encryption at 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Where SafetyVerse pays for itself in the first 90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reduction in time to answer
"is this equipment compliant?"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10312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566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of failures raise a tracked
corrective action — no dropped balls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423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566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paper registers to file, lose,
or reconstruct for audits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210312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423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1-click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PDF export of any
completed inspection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THREE CATEGORIES OF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92040"/>
            <a:ext cx="3749039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892040"/>
            <a:ext cx="73152" cy="1463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9496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Central Fire Safety spends hours per week today collating unit reports. That becomes minutes with live dashboards. Estimated saving: 15+ hours/week across the team.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399" y="4892040"/>
            <a:ext cx="3749039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399" y="4892040"/>
            <a:ext cx="73152" cy="1463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502920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539496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Missed inspections and unclosed corrective actions carry incident-liability exposure. SafetyVerse forces visibility — you cannot miss what is on the dashboard.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8" y="4892040"/>
            <a:ext cx="3749039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8" y="4892040"/>
            <a:ext cx="73152" cy="1463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198" y="502920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198" y="539496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Zero paper. Zero per-user license fees. Hosting on the free tier during pilot; single-digit dollars per month at enterprise scale (see slide 21).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PILOT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What we saw during the first weeks of live use at Dahej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Inspections 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10312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3832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Equipment items covered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423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832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Corrective actions raised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210312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423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37021"/>
                </a:solidFill>
                <a:latin typeface="Calibri"/>
              </a:rPr>
              <a:t>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3832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Days from install to first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QUALITATIVE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11247120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Inspectors adopted scanning within one training session — no learning curve.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Paper register at pilot site was fully retired in &lt;2 weeks.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Central Fire Safety no longer asks "is anything overdue?" — the dashboard answers.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F37021"/>
                </a:solidFill>
              </a:rPr>
              <a:t>• </a:t>
            </a:r>
            <a:r>
              <a:rPr sz="1300" b="0">
                <a:solidFill>
                  <a:srgbClr val="334155"/>
                </a:solidFill>
                <a:latin typeface="Calibri"/>
              </a:rPr>
              <a:t>Zero incidents of missed submissions since deployment.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↑ Fill the placeholders with real pilot numbers before presenting.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ENTERPRISE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Phased path from pilot to every UPL unit worldwide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743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743200" cy="64008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Pilot (current)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DURATION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2–4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1 unit, 1 department, ~10 equipment items, 3–5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Prove the model works. Gather user feedback.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194560"/>
            <a:ext cx="2743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194560"/>
            <a:ext cx="2743200" cy="64008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240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Regional rollout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17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7033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9776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All departments in 1 region (3–5 units)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8920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Load-test with real-scale data. Fine-tune templates.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194560"/>
            <a:ext cx="2743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194560"/>
            <a:ext cx="2743200" cy="64008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240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National rollout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017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DURATION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3–4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7033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776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Every UPL India unit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920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GOAL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663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Full India coverage. Add object storage for photos. Enable SSO.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194560"/>
            <a:ext cx="27432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98280" y="2194560"/>
            <a:ext cx="2743200" cy="64008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2240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2514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Global rollout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017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DURATION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6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7033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9776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International operations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8920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37021"/>
                </a:solidFill>
                <a:latin typeface="Calibri"/>
              </a:rPr>
              <a:t>GOAL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1663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Multi-language, region-specific compliance reports, integrations.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SUPPORT REQUIRED FROM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What we need from you to make the enterprise rollout succeed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548640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73152" cy="12801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Executive sponsorship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One named senior sponsor (VP or above) who will unblock inter-unit escalations, chair the monthly compliance review, and back the mandate that units must transition.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965960"/>
            <a:ext cx="548640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965960"/>
            <a:ext cx="73152" cy="12801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03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Budget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6888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Detailed on the next slide. Full national rollout runs to a fraction of one paper-audit engagement — see numbers.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48640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73152" cy="12801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20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IT &amp; Security sign-off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Formal architecture review, penetration test, and SSO integration decision. Enables Phase 2 (data-centre / private-cloud option).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383280"/>
            <a:ext cx="548640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383280"/>
            <a:ext cx="73152" cy="12801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Change management resource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88620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One HR + one training resource for 2 months to run the roll-out playbook (kick-off, training, adoption tracking) across regions.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548640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73152" cy="12801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37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Data ownership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0352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Confirm the retention policy and who owns the audit trail (Central Fire Safety vs. Legal vs. Regional Compliance).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800600"/>
            <a:ext cx="548640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800600"/>
            <a:ext cx="73152" cy="12801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937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Mandate from the 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30352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One line in the CEO memo: "SafetyVerse is the system of record for fire safety compliance across UPL from &lt;date&gt;." This kills the "shall I keep the register anyway?" ambiguity.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Cost breakdown for enterprise rollout — annualised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704320" cy="50292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116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Pilot (today)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Phase 2 (India)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0116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Phase 3 (Global)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11704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Hosting (Render)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146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$0 (free tier)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~$25/mo · $300/yr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514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~$85/mo · $1,020/yr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11704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Database (Neon Postgres)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971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$0 (free tier)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71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~$20/mo · $240/yr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718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~$70/mo · $840/yr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11704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Photo object storage (R2 / S3)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4290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N/A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290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~$10/mo · $120/yr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29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~$40/mo · $480/yr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86200"/>
            <a:ext cx="11704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SMS / email 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886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N/A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86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~$50/mo · $600/yr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8862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~$200/mo · $2,400/yr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43400"/>
            <a:ext cx="11704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343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SSO / SAML integration (one-time)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~$3,000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343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(covered)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00600"/>
            <a:ext cx="11704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8006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Development + support (annual)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8006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(internal)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8006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~$25,000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800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~$60,000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57800"/>
            <a:ext cx="11704320" cy="457200"/>
          </a:xfrm>
          <a:prstGeom prst="rect">
            <a:avLst/>
          </a:prstGeom>
          <a:solidFill>
            <a:srgbClr val="FF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2578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B5B0E"/>
                </a:solidFill>
                <a:latin typeface="Calibri"/>
              </a:rPr>
              <a:t>TOTAL YEAR-1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257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B5B0E"/>
                </a:solidFill>
                <a:latin typeface="Calibri"/>
              </a:rP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257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B5B0E"/>
                </a:solidFill>
                <a:latin typeface="Calibri"/>
              </a:rPr>
              <a:t>~$29,260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2578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B5B0E"/>
                </a:solidFill>
                <a:latin typeface="Calibri"/>
              </a:rPr>
              <a:t>~$64,740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Note: figures are USD estimates. Substitute enterprise agreements or on-prem hosting as required.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12-month view — from executive approval to global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743200" cy="640080"/>
          </a:xfrm>
          <a:prstGeom prst="rect">
            <a:avLst/>
          </a:prstGeom>
          <a:solidFill>
            <a:srgbClr val="DB5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Q1  ·  Approve &amp; harden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Executive sign-off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SSO + IT security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Object storage for photos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Formal SLAs with hosting partners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194560"/>
            <a:ext cx="2743200" cy="640080"/>
          </a:xfrm>
          <a:prstGeom prst="rect">
            <a:avLst/>
          </a:prstGeom>
          <a:solidFill>
            <a:srgbClr val="DB5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286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Q2  ·  Regional rollout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83464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063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Kick off 3–5 units in first 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566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Training programme launched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069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Central Fire Safety adopts as primary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572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Retire paper registers in scope units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94560"/>
            <a:ext cx="2743200" cy="640080"/>
          </a:xfrm>
          <a:prstGeom prst="rect">
            <a:avLst/>
          </a:prstGeom>
          <a:solidFill>
            <a:srgbClr val="DB5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286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Q3  ·  National rollout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3464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063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All India units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66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Notifications (SMS/WhatsApp)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69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Board-level compliance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72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First external audit conducted via portal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2194560"/>
            <a:ext cx="2743200" cy="640080"/>
          </a:xfrm>
          <a:prstGeom prst="rect">
            <a:avLst/>
          </a:prstGeom>
          <a:solidFill>
            <a:srgbClr val="DB5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286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Q4  ·  Global + integrations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283464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3063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First international unit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566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ERP integration (equipment master sync)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4069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Multi-language rollout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572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• Year-1 review + expansion plan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Honest assessment — and how we plan to address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54864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Inspector adoption lag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103120"/>
            <a:ext cx="868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0312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Kick-off session per unit, one champion per site, run for 30 days in parallel with paper.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965960"/>
            <a:ext cx="54864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9659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Free-tier hosting limits at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69880" y="2103120"/>
            <a:ext cx="8686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210312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68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Paid tier for Phase 2+ (numbers on slide 21). Zero code change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54864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Ephemeral photo storage on free tier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429000"/>
            <a:ext cx="868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42900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9476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Cloudflare R2 or AWS S3 integration in Phase 1 (half-day dev effort).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3291840"/>
            <a:ext cx="54864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329184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4290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IT/InfoSec approval delays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69880" y="3429000"/>
            <a:ext cx="868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342900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9476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Involve IT/security from Phase 1 planning. Full architecture doc + pen-test window built 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17720"/>
            <a:ext cx="54864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61772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7548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Template proliferation across units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4754880"/>
            <a:ext cx="8686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475488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12064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Central Fire Safety owns templates — no per-unit forking. Global-first design.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617720"/>
            <a:ext cx="54864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461772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7548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Data ownership ambiguity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69880" y="4754880"/>
            <a:ext cx="868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475488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12064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CFO/GC decision in Phase 1 kick-off — retention, deletion, and audit-trail ownership.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37021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Concrete asks — what we need from this room in the next 30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B5B0E"/>
                </a:solidFill>
                <a:latin typeface="Calibri"/>
              </a:rPr>
              <a:t>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146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Confirm executive sponsor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14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CEO / COO office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B5B0E"/>
                </a:solidFill>
                <a:latin typeface="Calibri"/>
              </a:rPr>
              <a:t>Within 2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108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Approve Phase 1 rollout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08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CFO + Head of Fire Safety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B5B0E"/>
                </a:solidFill>
                <a:latin typeface="Calibri"/>
              </a:rPr>
              <a:t>Within 2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7033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IT + Security kick-off meeting for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703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CIO office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97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B5B0E"/>
                </a:solidFill>
                <a:latin typeface="Calibri"/>
              </a:rPr>
              <a:t>Within 30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2976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Publish mandate memo (see slide 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297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Executive sponsor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920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B5B0E"/>
                </a:solidFill>
                <a:latin typeface="Calibri"/>
              </a:rPr>
              <a:t>Within 30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8920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Nominate change-mgmt lead + training resource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92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CHRO office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486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DB5B0E"/>
                </a:solidFill>
                <a:latin typeface="Calibri"/>
              </a:rPr>
              <a:t>Within 45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4864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First regional kick-off session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4864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This project team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2286000" cy="32004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565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SafetyVerse  ·  by UPL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65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SafetyVerse  ·  https://upl-fire-portal.onrender.com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Deep-dives: DEVELOPER_GUIDE.md  ·  USER_MANUAL.md  ·  ARCHITECTURE.md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